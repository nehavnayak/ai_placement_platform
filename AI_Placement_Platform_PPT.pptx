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12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34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5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286000" cy="2286000"/>
          </a:xfrm>
          <a:prstGeom prst="line">
            <a:avLst/>
          </a:prstGeom>
          <a:solidFill>
            <a:srgbClr val="0A4A24">
              <a:alpha val="70000"/>
            </a:srgbClr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645920" cy="1645920"/>
          </a:xfrm>
          <a:prstGeom prst="line">
            <a:avLst/>
          </a:prstGeom>
          <a:solidFill>
            <a:srgbClr val="0A4A24">
              <a:alpha val="70000"/>
            </a:srgbClr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58368"/>
            <a:ext cx="25603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Final Year B.E. Project  |  CSE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AI-Powered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C55E"/>
                </a:solidFill>
              </a:rPr>
              <a:t>Placement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32257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Preparation Platform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BF7D0"/>
                </a:solidFill>
              </a:rPr>
              <a:t>Prepare Smarter.  Interview Better.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</a:rPr>
              <a:t>SDMCET, Dharwad  |  2025–2026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32120" y="365760"/>
            <a:ext cx="3383280" cy="2651760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548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5C2E"/>
                </a:solidFill>
              </a:rPr>
              <a:t>TEAM MEMBERS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23560" y="914400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9326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Neha Vithob Nayak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15000" y="11155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2SD22CS129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23560" y="1389888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4081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Pooja S Doddagoudar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15000" y="15910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2SD22CS130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23560" y="1865376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8836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Ambika Chavan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15000" y="206654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2SD23CS400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23560" y="2340864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359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Smital Kaginkar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15000" y="2542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2SD23CS409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32120" y="3200400"/>
            <a:ext cx="3383280" cy="91440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337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</a:rPr>
              <a:t>PROJECT GUIDE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0" y="3566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Prof. Chaitali Chate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38587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</a:rPr>
              <a:t>Dept. of CSE, SDMCET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32120" y="4297680"/>
            <a:ext cx="338328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35254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SDG 4: Quality Education  |  SDG 8: Decent Work  |  SDG 9: Innovation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5C2E"/>
                </a:solidFill>
              </a:rPr>
              <a:t>The Gap We're Solving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Students lack a unified, AI-driven platform for complete placement preparation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81328"/>
            <a:ext cx="265176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739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Fragmented Resources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2048256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Students juggle 5+ separate platforms for aptitude, coding, resume and interview practice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48132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81328"/>
            <a:ext cx="2651760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7739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No Personalized Learning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10128" y="2048256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Generic content fails to adapt to individual skill gaps, performance or career goals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48132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81328"/>
            <a:ext cx="265176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7739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No AI Interview Analysis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44768" y="2048256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Zero real-time feedback on communication, confidence, tone or answer quality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54096"/>
            <a:ext cx="2651760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3467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No Performance Tracking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362102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Students cannot identify weak areas, set goals or measure improvement over 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05409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054096"/>
            <a:ext cx="2651760" cy="228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3467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Isolated Existing Systems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362102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Aptitude, coding, resume &amp; interview data are never connected into one unified view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636008"/>
            <a:ext cx="841248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5C2E"/>
                </a:solidFill>
              </a:rPr>
              <a:t>Research Gap → No single system unifies aptitude, coding, NLP resume analysis, AI mock interviews and analytics in one intelligent ecosystem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PROJECT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5C2E"/>
                </a:solidFill>
              </a:rPr>
              <a:t>What We Set Out to Achieve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Four core objectives that drive the platform design and implementation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224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502920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0934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06654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5361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Adaptive Practice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18288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To provide adaptive aptitude and coding practice based on student performance and evolving placement trends.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14400" y="2377440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774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ELO-based difficulty adjustment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697480" y="2377440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52344" y="23774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Aptitude: logical, quantitative &amp; verbal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14400" y="2706624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27066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Coding: DSA, programming languages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697480" y="2706624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52344" y="27066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AI tracks topic-wise weak areas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27448" y="1444752"/>
            <a:ext cx="4224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27448" y="1444752"/>
            <a:ext cx="502920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609344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73168" y="206654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321808" y="15361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Resume Evaluation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321808" y="18288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To evaluate resumes using AI and Natural Language Processing techniques to provide structured improvement suggestions.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321808" y="2377440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76672" y="23774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NLP keyword extraction &amp; TF-IDF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7104888" y="2377440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159752" y="23774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ATS-based scoring across 5 dimensions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5321808" y="2706624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76672" y="27066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Missing skills &amp; structure feedback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7104888" y="2706624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159752" y="27066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Aligned with industry job requirements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320040" y="3273552"/>
            <a:ext cx="4224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320040" y="3273552"/>
            <a:ext cx="502920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438144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65760" y="389534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914400" y="33649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AI Mock Interviews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914400" y="36576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To conduct AI-based mock video interviews and provide structured performance feedback on communication, confidence, and technical responses.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914400" y="4206240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969264" y="42062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Whisper AI for speech-to-text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2697480" y="4206240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752344" y="42062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Communication &amp; confidence analysis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914400" y="4535424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969264" y="45354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Technical response quality scoring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2697480" y="4535424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752344" y="45354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Structured post-session feedback report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4727448" y="3273552"/>
            <a:ext cx="4224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4727448" y="3273552"/>
            <a:ext cx="50292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438144"/>
            <a:ext cx="365760" cy="36576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4773168" y="389534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5321808" y="33649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Performance Analytics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5321808" y="36576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To perform analysis of student skills, academic records, and career goals in order to derive comprehensive performance statistics and system-wide insights.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5321808" y="4206240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5376672" y="42062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Placement Readiness Score (PRS)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7104888" y="4206240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7159752" y="42062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Weak area heatmaps &amp; recommendations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5321808" y="4535424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5376672" y="45354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Role-based dashboards: Student, Faculty, TPO</a:t>
            </a:r>
            <a:endParaRPr lang="en-US" sz="800" dirty="0"/>
          </a:p>
        </p:txBody>
      </p:sp>
      <p:sp>
        <p:nvSpPr>
          <p:cNvPr id="60" name="Shape 54"/>
          <p:cNvSpPr/>
          <p:nvPr/>
        </p:nvSpPr>
        <p:spPr>
          <a:xfrm>
            <a:off x="7104888" y="4535424"/>
            <a:ext cx="17190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7159752" y="45354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Department-wide institutional analytics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PROPOSED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C2E"/>
                </a:solidFill>
              </a:rPr>
              <a:t>Our Solution — One Intelligent Ecosystem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 centralized, AI-driven platform for complete placement readiness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572768"/>
            <a:ext cx="457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591056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1572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Adaptive Learning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8056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AI adjusts difficulty in real-time using ELO scoring per student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1444752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1572768"/>
            <a:ext cx="457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59105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13048" y="1572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Coding Practice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82696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DSA + programming problems with live code execution (Judge0)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89320" y="1444752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99048" y="1572768"/>
            <a:ext cx="457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1591056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47688" y="1572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Resume Analyzer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17336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NLP-powered ATS scoring, 5-dimension feedback &amp; improvement tips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1545336" y="2986134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655064" y="3114150"/>
            <a:ext cx="457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3352" y="313243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203704" y="311415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AI Mock Interviews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673352" y="364450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Whisper AI transcription + speech &amp; confidence evaluation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379976" y="2986134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489704" y="3114150"/>
            <a:ext cx="457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3132438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38344" y="311415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Readiness Score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07992" y="364450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Weighted PRS from all 4 modules — personalized dashboard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LITERATURE SURVEY &amp; RESEARCH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5C2E"/>
                </a:solidFill>
              </a:rPr>
              <a:t>Existing Systems vs. Our Approach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97180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/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Resume Analyzer — Sharma et al. (IEEE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keyword extraction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personalized recommendations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Student Performance Prediction — Kumar et al. (Springer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classification models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placement-focused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Coding Evaluation — Rao et al. (IJCA 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 case execution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analytics or AI guidance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Placement Management System — XYZ University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CRUD-based portal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Learning System — MIT Research (2021)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algorithm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not campus-specific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Proposed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+ ML + Whisper AI + ELO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Integrated Intelligent Ecosystem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3708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2E"/>
                </a:solidFill>
              </a:rPr>
              <a:t>Research Gap →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4572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5C2E"/>
                </a:solidFill>
              </a:rPr>
              <a:t>None of the existing systems integrates resume analysis, adaptive testing, AI video interview evaluation, placement readiness scoring and institutional analytics into a single campus-specific ecosystem.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C2E"/>
                </a:solidFill>
              </a:rPr>
              <a:t>Built With Modern, Industry-Standard Technologies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1600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16002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664208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642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React.js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103120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103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Tailwind CSS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542032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5420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React Router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980944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9809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Axios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93392" y="1170432"/>
            <a:ext cx="1600200" cy="1380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1170432"/>
            <a:ext cx="16002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84832" y="1664208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16642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FastAPI (Python)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4832" y="2103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84832" y="2100749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5688" y="20756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REST APIs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30752" y="1170432"/>
            <a:ext cx="1600200" cy="1362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30752" y="1170432"/>
            <a:ext cx="1600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22192" y="1664208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16642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MongoDB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22192" y="2103120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2103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Mongoose ODM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68112" y="1170432"/>
            <a:ext cx="1600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68112" y="1170432"/>
            <a:ext cx="1600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&amp; ML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59552" y="1664208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16642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Whisper AI (Speech)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59552" y="2103120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9552" y="2103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NLP / Scikit-learn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59552" y="2542032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25420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MediaPipe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59552" y="2980944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9552" y="29809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11827"/>
                </a:solidFill>
              </a:rPr>
              <a:t>Groq</a:t>
            </a:r>
            <a:r>
              <a:rPr lang="en-US" sz="900" dirty="0">
                <a:solidFill>
                  <a:srgbClr val="111827"/>
                </a:solidFill>
              </a:rPr>
              <a:t> AI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05472" y="1170432"/>
            <a:ext cx="1600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05472" y="1170432"/>
            <a:ext cx="160020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0547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 &amp; Dev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96912" y="1664208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96912" y="16642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JWT Authentication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96912" y="2103120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2103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Git &amp; GitHub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96912" y="2542032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96912" y="25420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Postman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96912" y="2980944"/>
            <a:ext cx="14173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6912" y="29809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VS Code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3950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2E"/>
                </a:solidFill>
              </a:rPr>
              <a:t>Security &amp; Non-Functional Requirements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47472" y="4370832"/>
            <a:ext cx="146304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" y="4334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JWT + bcrypt — encrypted passwords &amp; secure sessions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7472" y="4599432"/>
            <a:ext cx="146304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5618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Role-based access — Student / Faculty / TPO isolation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7472" y="4853432"/>
            <a:ext cx="146304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48640" y="480974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Scalable MVC — modular design for easy future upgrades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SYSTEM ARCHITECTURE &amp;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5C2E"/>
                </a:solidFill>
              </a:rPr>
              <a:t>How the System Works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8686800" cy="24505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98448"/>
            <a:ext cx="162763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1673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React.js + Vite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0" y="1591056"/>
            <a:ext cx="21945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9696" y="1298448"/>
            <a:ext cx="162763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131673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39696" y="1591056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FastAPI + JWT Auth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767328" y="1591056"/>
            <a:ext cx="21945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5344" y="1298448"/>
            <a:ext cx="162763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5344" y="131673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95344" y="1591056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NLP + Whisper + ML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22976" y="1591056"/>
            <a:ext cx="21945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1298448"/>
            <a:ext cx="162763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131673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50992" y="1591056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MongoDB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78624" y="1591056"/>
            <a:ext cx="21945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298448"/>
            <a:ext cx="1627632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1673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1591056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Dashboards + PRS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4048" y="2084832"/>
            <a:ext cx="1627632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103120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Student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Registration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43000" y="1956816"/>
            <a:ext cx="73152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39696" y="2084832"/>
            <a:ext cx="1627632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9696" y="2103120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Profile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Setup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98648" y="1956816"/>
            <a:ext cx="73152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95344" y="2084832"/>
            <a:ext cx="1627632" cy="621792"/>
          </a:xfrm>
          <a:prstGeom prst="rect">
            <a:avLst/>
          </a:prstGeom>
          <a:solidFill>
            <a:srgbClr val="FEF9C3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95344" y="2103120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Adaptive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Practice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54296" y="1956816"/>
            <a:ext cx="73152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50992" y="2084832"/>
            <a:ext cx="1627632" cy="621792"/>
          </a:xfrm>
          <a:prstGeom prst="rect">
            <a:avLst/>
          </a:prstGeom>
          <a:solidFill>
            <a:srgbClr val="FDF4FF"/>
          </a:solidFill>
          <a:ln w="6350">
            <a:solidFill>
              <a:srgbClr val="E9D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103120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Resume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Analysis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9944" y="1956816"/>
            <a:ext cx="73152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2084832"/>
            <a:ext cx="1627632" cy="621792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2103120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Mock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Interview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165592" y="1956816"/>
            <a:ext cx="73152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2834640"/>
            <a:ext cx="8650224" cy="62179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87121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3584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2E"/>
                </a:solidFill>
              </a:rPr>
              <a:t>Implementation Methodology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20040" y="3931920"/>
            <a:ext cx="20848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3931920"/>
            <a:ext cx="20848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9319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MVC Architecture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224528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Clean separation of Model, View, Controller for maintainability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32888" y="3931920"/>
            <a:ext cx="20848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532888" y="3931920"/>
            <a:ext cx="20848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32888" y="39319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RESTful APIs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624328" y="4224528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Standardized HTTP communication across all modules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45736" y="3931920"/>
            <a:ext cx="20848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45736" y="3931920"/>
            <a:ext cx="20848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45736" y="39319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JWT Authentication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37176" y="4224528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Secure, stateless role-based session management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58584" y="3931920"/>
            <a:ext cx="20848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958584" y="3931920"/>
            <a:ext cx="20848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58584" y="39319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Adaptive ELO Scoring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50024" y="4224528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Dynamic difficulty adjustment per student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SYSTEM ARCHITECTURE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AB6865-A378-4F4E-B227-CDE805204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297" y="597518"/>
            <a:ext cx="6745406" cy="449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40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MODULE — RESUME ANALYZER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C2E"/>
                </a:solidFill>
              </a:rPr>
              <a:t>AI Resume Analyzer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NLP-Powered ATS Evaluation &amp; Structured Feedback Engine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347472" cy="34747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" y="1792224"/>
            <a:ext cx="54864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5389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Upload Resume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163677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PDF / DOCX accepted via secure file storage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347472" cy="34747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" y="2377440"/>
            <a:ext cx="54864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03911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Text Extraction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22199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pdfplumber parses raw text from document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347472" cy="34747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" y="2962656"/>
            <a:ext cx="54864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2432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NLP Cleaning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280720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NLTK: lowercase, stopwords removal, lemmatization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347472" cy="34747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00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" y="3547872"/>
            <a:ext cx="54864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20954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TF-IDF Vectorization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339242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5000 feature vectors generated from cleaned text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785616"/>
            <a:ext cx="347472" cy="34747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85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" y="4133088"/>
            <a:ext cx="54864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79476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Category Prediction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397764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ML model predicts job role + confidence score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370832"/>
            <a:ext cx="347472" cy="34747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70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37997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ATS Resume Scoring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7240" y="456285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5-dimension score generated with improvement tips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20640" y="594360"/>
            <a:ext cx="3703320" cy="4315968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7498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2C55E"/>
                </a:solidFill>
              </a:rPr>
              <a:t>ATS SCORING DIMENSIONS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57800" y="1188720"/>
            <a:ext cx="3401568" cy="594360"/>
          </a:xfrm>
          <a:prstGeom prst="rect">
            <a:avLst/>
          </a:prstGeom>
          <a:solidFill>
            <a:srgbClr val="0A4A24"/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67528" y="1234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Technical Skills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67528" y="14813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</a:rPr>
              <a:t>Matched against target role keywords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57800" y="1901952"/>
            <a:ext cx="3401568" cy="594360"/>
          </a:xfrm>
          <a:prstGeom prst="rect">
            <a:avLst/>
          </a:prstGeom>
          <a:solidFill>
            <a:srgbClr val="0A4A24"/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67528" y="19476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Soft Skills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67528" y="2194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</a:rPr>
              <a:t>Leadership, teamwork, communication terms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257800" y="2615184"/>
            <a:ext cx="3401568" cy="594360"/>
          </a:xfrm>
          <a:prstGeom prst="rect">
            <a:avLst/>
          </a:prstGeom>
          <a:solidFill>
            <a:srgbClr val="0A4A24"/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67528" y="26609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Action Verbs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67528" y="29077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</a:rPr>
              <a:t>Built, led, deployed, designed, optimized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57800" y="3328416"/>
            <a:ext cx="3401568" cy="594360"/>
          </a:xfrm>
          <a:prstGeom prst="rect">
            <a:avLst/>
          </a:prstGeom>
          <a:solidFill>
            <a:srgbClr val="0A4A24"/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67528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Resume Length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67528" y="3621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</a:rPr>
              <a:t>Optimal 1–2 page structure check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257800" y="4041648"/>
            <a:ext cx="3401568" cy="594360"/>
          </a:xfrm>
          <a:prstGeom prst="rect">
            <a:avLst/>
          </a:prstGeom>
          <a:solidFill>
            <a:srgbClr val="0A4A24"/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67528" y="40873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ATS Compatibility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367528" y="4334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</a:rPr>
              <a:t>Formatting, keyword density &amp; structure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120640" y="4754880"/>
            <a:ext cx="3703320" cy="256032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47548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5C2E"/>
                </a:solidFill>
              </a:rPr>
              <a:t>AI generates: Missing skills + formatting suggestions + keyword optimization tips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MODULE — AI MOCK INTERVIEW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C2E"/>
                </a:solidFill>
              </a:rPr>
              <a:t>AI Mock Interview System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Whisper AI + NLP + MediaPipe for Real-Time Speech &amp; Behavioral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444752"/>
            <a:ext cx="685800" cy="685800"/>
          </a:xfrm>
          <a:prstGeom prst="line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517904"/>
            <a:ext cx="530352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08760" y="1746504"/>
            <a:ext cx="502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22128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Select Type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84632" y="2423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Tech / HR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42032" y="1444752"/>
            <a:ext cx="685800" cy="685800"/>
          </a:xfrm>
          <a:prstGeom prst="line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517904"/>
            <a:ext cx="530352" cy="53035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27832" y="1746504"/>
            <a:ext cx="502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203704" y="22128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Record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203704" y="2423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Video + Audio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261104" y="1444752"/>
            <a:ext cx="685800" cy="685800"/>
          </a:xfrm>
          <a:prstGeom prst="line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517904"/>
            <a:ext cx="530352" cy="53035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946904" y="1746504"/>
            <a:ext cx="502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922776" y="22128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Transcribe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922776" y="2423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Whisper STT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980176" y="1444752"/>
            <a:ext cx="685800" cy="685800"/>
          </a:xfrm>
          <a:prstGeom prst="line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1517904"/>
            <a:ext cx="530352" cy="53035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665976" y="1746504"/>
            <a:ext cx="502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641848" y="22128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Analyze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641848" y="2423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NLP + MediaPipe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7699248" y="1444752"/>
            <a:ext cx="685800" cy="685800"/>
          </a:xfrm>
          <a:prstGeom prst="line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517904"/>
            <a:ext cx="530352" cy="5303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60920" y="22128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Feedback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7360920" y="2423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AI Report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320040" y="2816352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20040" y="2816352"/>
            <a:ext cx="201168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20040" y="2816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Communication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11480" y="31821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Evaluated</a:t>
            </a:r>
            <a:endParaRPr lang="en-US" sz="2200" dirty="0"/>
          </a:p>
        </p:txBody>
      </p:sp>
      <p:sp>
        <p:nvSpPr>
          <p:cNvPr id="34" name="Text 27"/>
          <p:cNvSpPr/>
          <p:nvPr/>
        </p:nvSpPr>
        <p:spPr>
          <a:xfrm>
            <a:off x="411480" y="367588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Word clarity, fluency, filler words, grammar quality scored by NLP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496312" y="2816352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496312" y="2816352"/>
            <a:ext cx="201168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496312" y="2816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Depth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2587752" y="31821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Analyzed</a:t>
            </a:r>
            <a:endParaRPr lang="en-US" sz="2200" dirty="0"/>
          </a:p>
        </p:txBody>
      </p:sp>
      <p:sp>
        <p:nvSpPr>
          <p:cNvPr id="39" name="Text 32"/>
          <p:cNvSpPr/>
          <p:nvPr/>
        </p:nvSpPr>
        <p:spPr>
          <a:xfrm>
            <a:off x="2587752" y="367588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Answer relevance, keyword accuracy and reasoning depth assessed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4672584" y="2816352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672584" y="2816352"/>
            <a:ext cx="20116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672584" y="2816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Confidence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764024" y="31821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Measured</a:t>
            </a:r>
            <a:endParaRPr lang="en-US" sz="2200" dirty="0"/>
          </a:p>
        </p:txBody>
      </p:sp>
      <p:sp>
        <p:nvSpPr>
          <p:cNvPr id="44" name="Text 37"/>
          <p:cNvSpPr/>
          <p:nvPr/>
        </p:nvSpPr>
        <p:spPr>
          <a:xfrm>
            <a:off x="4764024" y="367588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Voice energy, pitch variation and words-per-minute analyzed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6848856" y="2816352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848856" y="2816352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848856" y="2816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Eye Contact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6940296" y="31821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Detected</a:t>
            </a:r>
            <a:endParaRPr lang="en-US" sz="2200" dirty="0"/>
          </a:p>
        </p:txBody>
      </p:sp>
      <p:sp>
        <p:nvSpPr>
          <p:cNvPr id="49" name="Text 42"/>
          <p:cNvSpPr/>
          <p:nvPr/>
        </p:nvSpPr>
        <p:spPr>
          <a:xfrm>
            <a:off x="6940296" y="367588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Facial landmark tracking via MediaPipe in real-time session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320040" y="4736592"/>
            <a:ext cx="4114800" cy="256032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320040" y="4736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5C2E"/>
                </a:solidFill>
              </a:rPr>
              <a:t>Interview Types: Technical | HR &amp; Behavioral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4572000" y="4736592"/>
            <a:ext cx="4251960" cy="256032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572000" y="473659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5C2E"/>
                </a:solidFill>
              </a:rPr>
              <a:t>Generates structured feedback report post-session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MODULE — APTITUDE &amp; CODING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C2E"/>
                </a:solidFill>
              </a:rPr>
              <a:t>Aptitude &amp; Coding Test Module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Adaptive practice engine with ELO-based difficulty adjustment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14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APTITUDE PRACTICE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84048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66544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993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Logical Reasoning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51560" y="2249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Puzzles, analogies, blood relations, pattern recognition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16352"/>
            <a:ext cx="384048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8094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9077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Quantitative Aptitude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51560" y="31638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Percentages, ratios, profit-loss, time &amp; work, series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7200" y="3730752"/>
            <a:ext cx="384048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9534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38221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Verbal Ability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051560" y="40782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Reading comprehension, vocabulary, sentence correction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57200" y="4681728"/>
            <a:ext cx="3840480" cy="12801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681728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5C2E"/>
                </a:solidFill>
              </a:rPr>
              <a:t>AI tracks topic-wise accuracy and recommends focus areas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709160" y="1417320"/>
            <a:ext cx="4114800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CODING PRACTICE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846320" y="1901952"/>
            <a:ext cx="384048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06654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40680" y="1993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DSA Problems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40680" y="2249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Arrays, Trees, Graphs, DP, Hashing — Beginner to Advanced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4846320" y="2816352"/>
            <a:ext cx="384048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2980944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40680" y="29077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Live Code Execution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40680" y="31638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Write, run &amp; test code in-browser using Judge0 API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4846320" y="3730752"/>
            <a:ext cx="384048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895344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40680" y="38221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Adaptive Difficulty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5440680" y="40782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ELO-based engine adjusts problem level per performance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4846320" y="4681728"/>
            <a:ext cx="3840480" cy="12801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846320" y="4681728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5C2E"/>
                </a:solidFill>
              </a:rPr>
              <a:t>Supports Java, Python, C++, JavaScript  |  Future: Built-in Compiler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MODULE — PLACEMENT READINESS SCORE (PRS)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C2E"/>
                </a:solidFill>
              </a:rPr>
              <a:t>How PRS is Calculated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0332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 weighted composite score computed across all four platform modules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53035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081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C55E"/>
                </a:solidFill>
              </a:rPr>
              <a:t>PRS  =  (Aptitude Score × 0.25)  +  (Coding Score × 0.30)  +  (Resume Score × 0.25)  +  (Interview Score × 0.20)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199339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57400"/>
            <a:ext cx="1993392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5740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Aptitude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50592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B82F6"/>
                </a:solidFill>
              </a:rPr>
              <a:t>25%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" y="301752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weightage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3246120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Topic-wise accuracy across logical, quantitative &amp; verbal sections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59736" y="2057400"/>
            <a:ext cx="199339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9736" y="2057400"/>
            <a:ext cx="1993392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9736" y="205740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Coding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59736" y="2450592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</a:rPr>
              <a:t>30%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459736" y="301752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weightage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51176" y="3246120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DSA performance + test case pass rate + ELO difficulty rating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99432" y="2057400"/>
            <a:ext cx="199339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9432" y="2057400"/>
            <a:ext cx="199339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205740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Resume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9432" y="2450592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</a:rPr>
              <a:t>25%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599432" y="301752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weightage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90872" y="3246120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ATS rating from NLP: keywords, skills, formatting, action verbs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39128" y="2057400"/>
            <a:ext cx="199339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39128" y="2057400"/>
            <a:ext cx="1993392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9128" y="205740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Interview 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39128" y="2450592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B5CF6"/>
                </a:solidFill>
              </a:rPr>
              <a:t>20%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6739128" y="301752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weightage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30568" y="3246120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Communication + confidence + technical depth from AI analysis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788920" cy="804672"/>
          </a:xfrm>
          <a:prstGeom prst="rect">
            <a:avLst/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9768" y="42245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2E"/>
                </a:solidFill>
              </a:rPr>
              <a:t>Dynamic 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9768" y="44622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PRS updates automatically after every completed module activity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4160520"/>
            <a:ext cx="2788920" cy="804672"/>
          </a:xfrm>
          <a:prstGeom prst="rect">
            <a:avLst/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01568" y="42245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2E"/>
                </a:solidFill>
              </a:rPr>
              <a:t>Weak Area Identification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01568" y="44622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AI flags subjects below threshold → recommends targeted practice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4160520"/>
            <a:ext cx="2788920" cy="804672"/>
          </a:xfrm>
          <a:prstGeom prst="rect">
            <a:avLst/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73368" y="42245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2E"/>
                </a:solidFill>
              </a:rPr>
              <a:t>Role-based Visibility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73368" y="44622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Student: own PRS  |  Faculty &amp; TPO: department-wide analytics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ANALYTICS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C2E"/>
                </a:solidFill>
              </a:rPr>
              <a:t>Multi-Role Analytics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0332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Real-time insights tailored for Students, Faculty and Training &amp; Placement Officers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88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78892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STUDENT 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Placement Readiness Score (PRS) gauge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395728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6656" y="2377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Resume ATS score overview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871216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71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Interview performance summary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346704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46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Weak topic heatmap + AI recommendations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1417320"/>
            <a:ext cx="2788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1417320"/>
            <a:ext cx="278892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14173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FACULTY 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1920240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1920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48456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Total students &amp; active users count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2395728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48456" y="2377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Subject-wise class accuracy rates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2871216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2871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48456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Performance radar (5 dimensions)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83280" y="3346704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3346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4845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Student-wise leaderboard ranking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1417320"/>
            <a:ext cx="2788920" cy="2852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17920" y="1417320"/>
            <a:ext cx="278892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14173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TPO DASHBOARD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55080" y="1920240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1920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20256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Institution-wide placement readiness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55080" y="2395728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20256" y="2377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Department-wise PRS comparison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55080" y="2871216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2871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20256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Send job alerts &amp; notifications to students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55080" y="3346704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5080" y="3346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2025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Interview trends &amp; mock session insights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4507992"/>
            <a:ext cx="8732520" cy="256032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45125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5C2E"/>
                </a:solidFill>
              </a:rPr>
              <a:t>All dashboards powered by real-time MongoDB queries via FastAPI — Role-based access enforced by JWT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RESEARCH PAPER CONTRIBUTION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C2E"/>
                </a:solidFill>
              </a:rPr>
              <a:t>Published Research Work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64592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</a:rPr>
              <a:t>PAPER TITLE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5C2E"/>
                </a:solidFill>
              </a:rPr>
              <a:t>AI-Powered Placement Preparation Platform for Student Career Readiness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019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Journal: Indian Journal of Science &amp; Technology (IJST)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15798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Manuscript ID: IJST-2026-700-R1  |  Submitted: May 3, 2026  |  Status: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37960" y="2157984"/>
            <a:ext cx="164592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2E"/>
                </a:solidFill>
              </a:rPr>
              <a:t>Minor Revision 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2E"/>
                </a:solidFill>
              </a:rPr>
              <a:t>Reviewer Feedback — Addressed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602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Citation format — numerical [1],[2] ordering applied throughout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50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DOI numbers added to all references in the paper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315968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97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Figure callouts inserted in Results &amp; Discussion section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645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Journal formatting guidelines (single column, line numbers) applied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114800" cy="199339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64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</a:rPr>
              <a:t>PAPER HIGHLIGHTS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28032" y="3639312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36301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Unified AI platform — resume, coding, interview &amp; analytics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28032" y="4078224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40690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Whisper AI + MediaPipe for real-time interview evaluation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28032" y="4517136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45079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NLP-based ATS scoring with 5-dimension structured feedback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5002322"/>
            <a:ext cx="841248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4690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5C2E"/>
                </a:solidFill>
              </a:rPr>
              <a:t>This research validates the academic and practical contribution of our AI-powered placement preparation system.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</a:rPr>
              <a:t>FUTURE SCOPE &amp;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C2E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527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88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Built-in Compiler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60120" y="1435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Replace Judge0 API with native code execution engine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1874520"/>
            <a:ext cx="41148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9842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9202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Advanced AI Interview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60120" y="2167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Emotion detection, facial analysis, deeper NLP scoring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65760" y="2606040"/>
            <a:ext cx="41148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7157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6517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Mobile Application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60120" y="2898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Native iOS &amp; Android apps for on-the-go preparation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365760" y="3337560"/>
            <a:ext cx="41148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44728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Company-Specific Prep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960120" y="3630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Tailored modules for TCS, Infosys, Google, Amazon patterns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65760" y="4069080"/>
            <a:ext cx="41148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17880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4114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Predictive Analytics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960120" y="4361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ML-based placement outcome prediction &amp; trend insights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754880" y="594360"/>
            <a:ext cx="4114800" cy="4462272"/>
          </a:xfrm>
          <a:prstGeom prst="rect">
            <a:avLst/>
          </a:prstGeom>
          <a:solidFill>
            <a:srgbClr val="0D5C2E"/>
          </a:solidFill>
          <a:ln w="12700">
            <a:solidFill>
              <a:srgbClr val="0D5C2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937760" y="777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4892040" y="137160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9204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230368" y="136245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Centralized AI ecosystem — one platform for all placement needs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892040" y="190195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9204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230368" y="18928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Adaptive testing, NLP resume scoring &amp; Whisper AI interview analysis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4892040" y="243230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892040" y="2432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230368" y="24231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PRS calculated from 4 weighted modules for actionable insight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4892040" y="296265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892040" y="2962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230368" y="295351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Role-based dashboards for Students, Faculty &amp; TPO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4892040" y="349300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892040" y="3493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5230368" y="348386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Bridges the academic-to-industry skill gap for campus placements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892040" y="40233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89204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230368" y="401421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Research paper at IJST — peer reviewed, minor revision stage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5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line">
            <a:avLst/>
          </a:prstGeom>
          <a:solidFill>
            <a:srgbClr val="0A4A24"/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line">
            <a:avLst/>
          </a:prstGeom>
          <a:solidFill>
            <a:srgbClr val="0A4A24"/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1828800" cy="1828800"/>
          </a:xfrm>
          <a:prstGeom prst="line">
            <a:avLst/>
          </a:prstGeom>
          <a:solidFill>
            <a:srgbClr val="0A4A24">
              <a:alpha val="60000"/>
            </a:srgbClr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</a:rPr>
              <a:t>Thank You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2743200" y="2240280"/>
            <a:ext cx="36576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2C55E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261872"/>
          </a:xfrm>
          <a:prstGeom prst="rect">
            <a:avLst/>
          </a:prstGeom>
          <a:solidFill>
            <a:srgbClr val="0A4A24"/>
          </a:solidFill>
          <a:ln w="12700">
            <a:solidFill>
              <a:srgbClr val="0A4A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2C55E"/>
                </a:solidFill>
              </a:rPr>
              <a:t>SDMCET, Dharwad  |  Department of CSE  |  2025–2026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7124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Neha Nayak  •  Pooja Doddagoudar  •  Ambika Chavan  •  Smital Kaginkar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EFAC"/>
                </a:solidFill>
              </a:rPr>
              <a:t>Guide: Prof. Chaitali Chate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1677</Words>
  <Application>Microsoft Office PowerPoint</Application>
  <PresentationFormat>On-screen Show (16:9)</PresentationFormat>
  <Paragraphs>360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Placement Preparation Platform</dc:title>
  <dc:subject>PptxGenJS Presentation</dc:subject>
  <dc:creator>PptxGenJS</dc:creator>
  <cp:lastModifiedBy>Neha Nayak</cp:lastModifiedBy>
  <cp:revision>4</cp:revision>
  <dcterms:created xsi:type="dcterms:W3CDTF">2026-05-17T11:49:38Z</dcterms:created>
  <dcterms:modified xsi:type="dcterms:W3CDTF">2026-05-19T00:27:41Z</dcterms:modified>
</cp:coreProperties>
</file>